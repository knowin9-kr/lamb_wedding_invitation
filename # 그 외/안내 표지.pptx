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aveSubsetFonts="1">
  <p:sldMasterIdLst>
    <p:sldMasterId id="2147483730" r:id="rId1"/>
  </p:sldMasterIdLst>
  <p:sldIdLst>
    <p:sldId id="256" r:id="rId2"/>
  </p:sldIdLst>
  <p:sldSz cx="9906000" cy="6858000" type="A4"/>
  <p:notesSz cx="9144000" cy="6858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9574"/>
    <p:restoredTop sz="9624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9"/>
        <p:guide pos="311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7216" cy="73737216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slide" Target="slides/slide1.xml"  /><Relationship Id="rId3" Type="http://schemas.openxmlformats.org/officeDocument/2006/relationships/presProps" Target="presProps.xml"  /><Relationship Id="rId4" Type="http://schemas.openxmlformats.org/officeDocument/2006/relationships/viewProps" Target="viewProps.xml"  /><Relationship Id="rId5" Type="http://schemas.openxmlformats.org/officeDocument/2006/relationships/theme" Target="theme/theme1.xml"  /><Relationship Id="rId6" Type="http://schemas.openxmlformats.org/officeDocument/2006/relationships/tableStyles" Target="tableStyle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742949" y="2130425"/>
            <a:ext cx="8420098" cy="1470025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899" y="3886200"/>
            <a:ext cx="69341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40A130E-E3B8-4EBE-931F-81B26B8448AA}" type="datetime1">
              <a:rPr lang="ko-KR" altLang="en-US"/>
              <a:pPr lvl="0">
                <a:defRPr/>
              </a:pPr>
              <a:t>2026-09-07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00C6A38-4290-41DD-B95C-4155372FD4A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4953836A-82A3-4C8B-9D31-CD724F3673ED}" type="datetime1">
              <a:rPr lang="ko-KR" altLang="en-US"/>
              <a:pPr lvl="0">
                <a:defRPr/>
              </a:pPr>
              <a:t>2026-09-07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AD2EBAF6-36D0-4DD8-B695-D4C1B37E35D6}" type="datetime1">
              <a:rPr lang="ko-KR" altLang="en-US"/>
              <a:pPr lvl="0">
                <a:defRPr/>
              </a:pPr>
              <a:t>2026-09-07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782504" y="4406900"/>
            <a:ext cx="84200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4" y="2906713"/>
            <a:ext cx="84200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60728D28-603B-4EFC-80F8-17E5E9107035}" type="datetime1">
              <a:rPr lang="ko-KR" altLang="en-US"/>
              <a:pPr lvl="0">
                <a:defRPr/>
              </a:pPr>
              <a:t>2026-09-07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내용 2개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299" y="1600200"/>
            <a:ext cx="437514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49" y="1600200"/>
            <a:ext cx="437514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A27A1F4E-0809-4239-8034-C38E431DAF92}" type="datetime1">
              <a:rPr lang="ko-KR" altLang="en-US"/>
              <a:pPr lvl="0">
                <a:defRPr/>
              </a:pPr>
              <a:t>2026-09-07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E0DA496-7307-4E8B-88DE-CB97B48BAB6F}" type="datetime1">
              <a:rPr lang="ko-KR" altLang="en-US"/>
              <a:pPr lvl="0">
                <a:defRPr/>
              </a:pPr>
              <a:t>2026-09-07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표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494030" y="1643063"/>
            <a:ext cx="89153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pPr lvl="0">
              <a:defRPr/>
            </a:pPr>
            <a:r>
              <a:rPr lang="ko-KR" altLang="en-US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8721E90-850C-410B-8B89-8394F580CFDA}" type="datetime1">
              <a:rPr lang="ko-KR" altLang="en-US"/>
              <a:pPr lvl="0">
                <a:defRPr/>
              </a:pPr>
              <a:t>2026-09-07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내용 4개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95299" y="1600200"/>
            <a:ext cx="437514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5035549" y="1600200"/>
            <a:ext cx="437514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494030" y="3984220"/>
            <a:ext cx="437514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4279" y="3984220"/>
            <a:ext cx="437514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ACE7E28-9336-4363-8674-B91477D8F243}" type="datetime1">
              <a:rPr lang="ko-KR" altLang="en-US"/>
              <a:pPr lvl="0">
                <a:defRPr/>
              </a:pPr>
              <a:t>2026-09-07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그림 및 설명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1941644" y="4800600"/>
            <a:ext cx="59435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4" y="612775"/>
            <a:ext cx="59435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r>
              <a:rPr lang="ko-KR" altLang="en-US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4" y="5367338"/>
            <a:ext cx="59435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ACE7E28-9336-4363-8674-B91477D8F243}" type="datetime1">
              <a:rPr lang="ko-KR" altLang="en-US"/>
              <a:pPr lvl="0">
                <a:defRPr/>
              </a:pPr>
              <a:t>2026-09-07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간지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9906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A348888-F454-4AD2-BA62-3AF29D9807C0}" type="datetime1">
              <a:rPr lang="ko-KR" altLang="en-US"/>
              <a:pPr lvl="0">
                <a:defRPr/>
              </a:pPr>
              <a:t>2026-09-07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목차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495299" y="274638"/>
            <a:ext cx="8915398" cy="1143000"/>
          </a:xfrm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 hasCustomPrompt="1"/>
          </p:nvPr>
        </p:nvSpPr>
        <p:spPr>
          <a:xfrm>
            <a:off x="2321700" y="2214563"/>
            <a:ext cx="5262579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>
              <a:defRPr/>
            </a:pPr>
            <a:r>
              <a:rPr lang="ko-KR" altLang="en-US"/>
              <a:t>첫째 목차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둘째 목차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셋째 목차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넷째 목차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56FEC12-A4C9-4837-AF94-AD867782C04C}" type="datetime1">
              <a:rPr lang="ko-KR" altLang="en-US"/>
              <a:pPr lvl="0">
                <a:defRPr/>
              </a:pPr>
              <a:t>2026-09-07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세로 제목 및 본문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7181849" y="274638"/>
            <a:ext cx="2228849" cy="5851525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299" y="274638"/>
            <a:ext cx="6521449" cy="5851525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57F84A3-4F29-4053-ACFD-1BAF2D3F140C}" type="datetime1">
              <a:rPr lang="ko-KR" altLang="en-US"/>
              <a:pPr lvl="0">
                <a:defRPr/>
              </a:pPr>
              <a:t>2026-09-07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14" Type="http://schemas.openxmlformats.org/officeDocument/2006/relationships/image" Target="../media/image1.png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한컴오피스">
    <p:bg>
      <p:bgPr shadeToTitle="0">
        <a:blipFill rotWithShape="1">
          <a:blip r:embed="rId14">
            <a:alphaModFix/>
            <a:lum/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495299" y="274638"/>
            <a:ext cx="8915398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299" y="1600200"/>
            <a:ext cx="8915398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299" y="6356350"/>
            <a:ext cx="23113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D422D86A-5F52-4165-8473-F1B836277586}" type="datetime1">
              <a:rPr lang="ko-KR" altLang="en-US"/>
              <a:pPr lvl="0">
                <a:defRPr/>
              </a:pPr>
              <a:t>2026-09-07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49" y="6356350"/>
            <a:ext cx="31368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299" y="6356350"/>
            <a:ext cx="23113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</p:sldLayoutIdLst>
  <p:transition xmlns:mc="http://schemas.openxmlformats.org/markup-compatibility/2006" xmlns:hp="http://schemas.haansoft.com/office/presentation/8.0" mc:Ignorable="hp" hp:hslDur="500"/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"/>
        <a:cs typeface="Times New Roman"/>
        <a:font script="Jpan" typeface="MS PGothic"/>
        <a:font script="Hang" typeface="함초롬돋움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함초롬돋움"/>
        <a:ea typeface=""/>
        <a:cs typeface="Times New Roman"/>
        <a:font script="Jpan" typeface="MS PGothic"/>
        <a:font script="Hang" typeface="함초롬돋움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0</ep:Words>
  <ep:PresentationFormat>A4 용지(210x297mm)</ep:PresentationFormat>
  <ep:Paragraphs>0</ep:Paragraphs>
  <ep:Slides>1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ep:HeadingPairs>
  <ep:TitlesOfParts>
    <vt:vector size="2" baseType="lpstr">
      <vt:lpstr>한컴오피스</vt:lpstr>
      <vt:lpstr>슬라이드 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2026-09-07T07:54:57.469</dcterms:created>
  <dc:creator>qkrwn</dc:creator>
  <cp:lastModifiedBy>qkrwn</cp:lastModifiedBy>
  <dcterms:modified xsi:type="dcterms:W3CDTF">2026-09-07T07:59:29.960</dcterms:modified>
  <cp:revision>1</cp:revision>
  <cp:version>0906.0100.01</cp:version>
</cp:coreProperties>
</file>